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7" r:id="rId5"/>
    <p:sldId id="260" r:id="rId6"/>
    <p:sldId id="266" r:id="rId7"/>
    <p:sldId id="261" r:id="rId8"/>
    <p:sldId id="265" r:id="rId9"/>
    <p:sldId id="263" r:id="rId10"/>
    <p:sldId id="268" r:id="rId11"/>
    <p:sldId id="270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8579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549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7673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861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785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 проекта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ru-RU" sz="135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Разработка системы учёта и управления транзакциями пользователя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ru-RU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Бюджетирование и финансовое планирование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ru-RU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активами (кошельки)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ru-RU" sz="135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Аналитика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модули системы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6886791-70B5-8A60-2B33-08D986F12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113" y="1259039"/>
            <a:ext cx="8480783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Кошельки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модуль управления финансовыми счетами пользователя (наличные, карты)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Транзакции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основной операционный модуль для регистрации доходов и расходов, включающий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историю операций и интеграцию со сканером чеков для автоматизации ввода данных.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Бюджет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модуль финансового планирования, реализующий стратегию распределения средств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(например, 50/30/20) с визуализацией прогресса трат и контролем лимитов по категориям.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Аналитика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модуль формирования оперативной сводки о состоянии финансов за месяц,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включающий расчет процентного соотношения трат и остатков по типам категорий.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04900"/>
            <a:ext cx="7924800" cy="10287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133600"/>
            <a:ext cx="7924800" cy="10287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162300"/>
            <a:ext cx="7924800" cy="10287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приложения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33450" y="1428750"/>
            <a:ext cx="74226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404" dirty="0"/>
          </a:p>
        </p:txBody>
      </p:sp>
      <p:sp>
        <p:nvSpPr>
          <p:cNvPr id="7" name="Text 5"/>
          <p:cNvSpPr/>
          <p:nvPr/>
        </p:nvSpPr>
        <p:spPr>
          <a:xfrm>
            <a:off x="933450" y="1638300"/>
            <a:ext cx="74226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MAUI Pages, </a:t>
            </a:r>
            <a:r>
              <a:rPr lang="en-US" sz="12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3450" y="2457450"/>
            <a:ext cx="74226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BLL</a:t>
            </a:r>
            <a:endParaRPr lang="en-US" sz="1404" dirty="0"/>
          </a:p>
        </p:txBody>
      </p:sp>
      <p:sp>
        <p:nvSpPr>
          <p:cNvPr id="9" name="Text 7"/>
          <p:cNvSpPr/>
          <p:nvPr/>
        </p:nvSpPr>
        <p:spPr>
          <a:xfrm>
            <a:off x="933450" y="2667000"/>
            <a:ext cx="74226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3450" y="3486150"/>
            <a:ext cx="74226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Access</a:t>
            </a:r>
            <a:endParaRPr lang="en-US" sz="1404" dirty="0"/>
          </a:p>
        </p:txBody>
      </p:sp>
      <p:sp>
        <p:nvSpPr>
          <p:cNvPr id="11" name="Text 9"/>
          <p:cNvSpPr/>
          <p:nvPr/>
        </p:nvSpPr>
        <p:spPr>
          <a:xfrm>
            <a:off x="933450" y="3695700"/>
            <a:ext cx="74226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Core, PostgreSQL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23863"/>
            <a:ext cx="914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buNone/>
            </a:pPr>
            <a:r>
              <a:rPr lang="ru-RU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Диаграмма развертывания</a:t>
            </a:r>
            <a:endParaRPr lang="en-US" sz="1800" dirty="0"/>
          </a:p>
        </p:txBody>
      </p:sp>
      <p:pic>
        <p:nvPicPr>
          <p:cNvPr id="7" name="Рисунок 6" descr="Изображение выглядит как текст, снимок экрана, диаграмм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820F0F5-AE3C-A0DA-1940-711D5491B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125" y="811838"/>
            <a:ext cx="5499750" cy="4240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943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04900"/>
            <a:ext cx="7924800" cy="12001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05050"/>
            <a:ext cx="7924800" cy="12001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505200"/>
            <a:ext cx="7924800" cy="12001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Технологический стек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33450" y="1428750"/>
            <a:ext cx="74226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4" dirty="0"/>
          </a:p>
        </p:txBody>
      </p:sp>
      <p:sp>
        <p:nvSpPr>
          <p:cNvPr id="7" name="Text 5"/>
          <p:cNvSpPr/>
          <p:nvPr/>
        </p:nvSpPr>
        <p:spPr>
          <a:xfrm>
            <a:off x="933450" y="1638300"/>
            <a:ext cx="74226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MAUI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3450" y="1809750"/>
            <a:ext cx="74226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MVVM паттерн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3450" y="2628900"/>
            <a:ext cx="74226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4" dirty="0"/>
          </a:p>
        </p:txBody>
      </p:sp>
      <p:sp>
        <p:nvSpPr>
          <p:cNvPr id="10" name="Text 8"/>
          <p:cNvSpPr/>
          <p:nvPr/>
        </p:nvSpPr>
        <p:spPr>
          <a:xfrm>
            <a:off x="933450" y="2838450"/>
            <a:ext cx="74226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Framework Core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3450" y="3009900"/>
            <a:ext cx="74226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3450" y="3829050"/>
            <a:ext cx="74226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</a:t>
            </a:r>
            <a:endParaRPr lang="en-US" sz="1404" dirty="0"/>
          </a:p>
        </p:txBody>
      </p:sp>
      <p:sp>
        <p:nvSpPr>
          <p:cNvPr id="13" name="Text 11"/>
          <p:cNvSpPr/>
          <p:nvPr/>
        </p:nvSpPr>
        <p:spPr>
          <a:xfrm>
            <a:off x="933450" y="4038600"/>
            <a:ext cx="74226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.NET </a:t>
            </a:r>
            <a:r>
              <a:rPr lang="ru-RU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3450" y="4210050"/>
            <a:ext cx="74226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23863"/>
            <a:ext cx="914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buNone/>
            </a:pPr>
            <a:r>
              <a:rPr lang="ru-RU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Диаграмма пакетов</a:t>
            </a:r>
            <a:endParaRPr lang="en-US" sz="1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C1695DB-2885-4CC7-BE1B-9DDB3EE27A6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767853" y="690563"/>
            <a:ext cx="3608293" cy="425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027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сущности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09600" y="1129800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400" b="1" dirty="0"/>
              <a:t>User (Пользователь)</a:t>
            </a:r>
            <a:r>
              <a:rPr lang="ru-RU" sz="1400" dirty="0"/>
              <a:t>: Центральный профиль, владеющий кошельками и привязанный к конкретному бюджету.</a:t>
            </a:r>
          </a:p>
          <a:p>
            <a:r>
              <a:rPr lang="ru-RU" sz="1400" b="1" dirty="0" err="1"/>
              <a:t>Wallet</a:t>
            </a:r>
            <a:r>
              <a:rPr lang="ru-RU" sz="1400" b="1" dirty="0"/>
              <a:t> (Кошелек)</a:t>
            </a:r>
            <a:r>
              <a:rPr lang="ru-RU" sz="1400" dirty="0"/>
              <a:t>: Финансовый счет (карта, наличные) с текущим балансом.</a:t>
            </a:r>
          </a:p>
          <a:p>
            <a:r>
              <a:rPr lang="ru-RU" sz="1400" b="1" dirty="0" err="1"/>
              <a:t>Transaction</a:t>
            </a:r>
            <a:r>
              <a:rPr lang="ru-RU" sz="1400" b="1" dirty="0"/>
              <a:t> (Транзакция)</a:t>
            </a:r>
            <a:r>
              <a:rPr lang="ru-RU" sz="1400" dirty="0"/>
              <a:t>: Запись о движении средств (Расход/Доход) с суммой, датой и описанием.</a:t>
            </a:r>
          </a:p>
          <a:p>
            <a:r>
              <a:rPr lang="ru-RU" sz="1400" b="1" dirty="0"/>
              <a:t>Budget (Бюджет)</a:t>
            </a:r>
            <a:r>
              <a:rPr lang="ru-RU" sz="1400" dirty="0"/>
              <a:t>: Набор лимитов и правил распределения средств (50/30/20) на текущий период.</a:t>
            </a:r>
          </a:p>
          <a:p>
            <a:r>
              <a:rPr lang="ru-RU" sz="1400" b="1" dirty="0" err="1"/>
              <a:t>Category</a:t>
            </a:r>
            <a:r>
              <a:rPr lang="ru-RU" sz="1400" b="1" dirty="0"/>
              <a:t> (Категория)</a:t>
            </a:r>
            <a:r>
              <a:rPr lang="ru-RU" sz="1400" dirty="0"/>
              <a:t>: Классификатор транзакций (Нужды, Хотелки, Сбережения), определяющий, какой лимит бюджета будет затронут.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23863"/>
            <a:ext cx="914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buNone/>
            </a:pPr>
            <a:r>
              <a:rPr lang="ru-RU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Диаграмма де</a:t>
            </a:r>
            <a:r>
              <a:rPr lang="ru-RU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ятельности</a:t>
            </a:r>
            <a:r>
              <a:rPr lang="ru-RU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для варианта использования «Добавить расход»</a:t>
            </a:r>
            <a:endParaRPr lang="en-US" sz="1800" dirty="0"/>
          </a:p>
        </p:txBody>
      </p:sp>
      <p:pic>
        <p:nvPicPr>
          <p:cNvPr id="5" name="Рисунок 4" descr="Изображение выглядит как текст, диаграмма, Параллельный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0F894EA-0A92-0020-796A-35A748CE0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723" y="791700"/>
            <a:ext cx="6802631" cy="4085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совместимости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Правила совместимости процессор-материнская плата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типов оперативной памяти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Совместимость видеокарты с </a:t>
            </a:r>
            <a:r>
              <a:rPr lang="ru-RU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материнской платой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Валидация перед добавлением в корзину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23863"/>
            <a:ext cx="914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buNone/>
            </a:pPr>
            <a:r>
              <a:rPr lang="ru-RU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Диаграмма классов для варианта использования «Создать бюджет»</a:t>
            </a:r>
            <a:endParaRPr lang="en-US" sz="1800" dirty="0"/>
          </a:p>
        </p:txBody>
      </p:sp>
      <p:pic>
        <p:nvPicPr>
          <p:cNvPr id="7" name="Рисунок 6" descr="Изображение выглядит как текст, снимок экрана, Шриф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D16F734-5853-3302-38F6-76B4ABC68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590" y="848580"/>
            <a:ext cx="6888819" cy="396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952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23863"/>
            <a:ext cx="914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buNone/>
            </a:pPr>
            <a:r>
              <a:rPr lang="ru-RU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Диаграмма </a:t>
            </a:r>
            <a:r>
              <a:rPr lang="ru-RU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классов</a:t>
            </a:r>
            <a:r>
              <a:rPr lang="ru-RU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для операции </a:t>
            </a:r>
            <a:r>
              <a:rPr lang="ru-RU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 расход</a:t>
            </a:r>
            <a:endParaRPr lang="en-US" sz="1800" dirty="0"/>
          </a:p>
        </p:txBody>
      </p:sp>
      <p:pic>
        <p:nvPicPr>
          <p:cNvPr id="4" name="Рисунок 3" descr="Изображение выглядит как текст, снимок экрана, Шрифт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0F45B0C-C25A-C05E-74FC-E16260EAF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200" y="847908"/>
            <a:ext cx="6645600" cy="36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620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287</Words>
  <Application>Microsoft Office PowerPoint</Application>
  <PresentationFormat>Экран (16:9)</PresentationFormat>
  <Paragraphs>57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Никита Иванов</cp:lastModifiedBy>
  <cp:revision>18</cp:revision>
  <dcterms:created xsi:type="dcterms:W3CDTF">2025-12-23T04:56:57Z</dcterms:created>
  <dcterms:modified xsi:type="dcterms:W3CDTF">2025-12-23T06:54:31Z</dcterms:modified>
</cp:coreProperties>
</file>